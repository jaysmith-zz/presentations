
<file path=[Content_Types].xml><?xml version="1.0" encoding="utf-8"?>
<Types xmlns="http://schemas.openxmlformats.org/package/2006/content-types"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19.xml" ContentType="application/vnd.openxmlformats-officedocument.presentationml.slide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presProps.xml" ContentType="application/vnd.openxmlformats-officedocument.presentationml.presProps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theme/theme1.xml" ContentType="application/vnd.openxmlformats-officedocument.theme+xml"/>
  <Default Extension="jpeg" ContentType="image/jpeg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Layouts/slideLayout1.xml" ContentType="application/vnd.openxmlformats-officedocument.presentationml.slideLayout+xml"/>
  <Override PartName="/docProps/app.xml" ContentType="application/vnd.openxmlformats-officedocument.extended-properties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tableStyles.xml" ContentType="application/vnd.openxmlformats-officedocument.presentationml.tableStyles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viewProps.xml" ContentType="application/vnd.openxmlformats-officedocument.presentationml.viewProps+xml"/>
  <Override PartName="/ppt/slideLayouts/slideLayout9.xml" ContentType="application/vnd.openxmlformats-officedocument.presentationml.slideLayout+xml"/>
  <Override PartName="/docProps/core.xml" ContentType="application/vnd.openxmlformats-package.core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27" r:id="rId1"/>
  </p:sldMasterIdLst>
  <p:sldIdLst>
    <p:sldId id="276" r:id="rId2"/>
    <p:sldId id="258" r:id="rId3"/>
    <p:sldId id="259" r:id="rId4"/>
    <p:sldId id="260" r:id="rId5"/>
    <p:sldId id="261" r:id="rId6"/>
    <p:sldId id="262" r:id="rId7"/>
    <p:sldId id="263" r:id="rId8"/>
    <p:sldId id="264" r:id="rId9"/>
    <p:sldId id="265" r:id="rId10"/>
    <p:sldId id="266" r:id="rId11"/>
    <p:sldId id="267" r:id="rId12"/>
    <p:sldId id="268" r:id="rId13"/>
    <p:sldId id="269" r:id="rId14"/>
    <p:sldId id="270" r:id="rId15"/>
    <p:sldId id="271" r:id="rId16"/>
    <p:sldId id="272" r:id="rId17"/>
    <p:sldId id="273" r:id="rId18"/>
    <p:sldId id="274" r:id="rId19"/>
    <p:sldId id="275" r:id="rId20"/>
  </p:sldIdLst>
  <p:sldSz cx="9144000" cy="6858000" type="screen4x3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/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showOutlineIcons="0">
    <p:restoredLeft sz="15596" autoAdjust="0"/>
    <p:restoredTop sz="94684" autoAdjust="0"/>
  </p:normalViewPr>
  <p:slideViewPr>
    <p:cSldViewPr>
      <p:cViewPr varScale="1">
        <p:scale>
          <a:sx n="127" d="100"/>
          <a:sy n="127" d="100"/>
        </p:scale>
        <p:origin x="-43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3736200" cy="7373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jpeg"/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ight Triangle 9"/>
          <p:cNvSpPr/>
          <p:nvPr/>
        </p:nvSpPr>
        <p:spPr>
          <a:xfrm>
            <a:off x="-2" y="4664147"/>
            <a:ext cx="9151089" cy="0"/>
          </a:xfrm>
          <a:prstGeom prst="rtTriangle">
            <a:avLst/>
          </a:prstGeom>
          <a:gradFill flip="none" rotWithShape="1">
            <a:gsLst>
              <a:gs pos="0">
                <a:schemeClr val="accent1">
                  <a:shade val="35000"/>
                  <a:satMod val="170000"/>
                  <a:alpha val="100000"/>
                </a:schemeClr>
              </a:gs>
              <a:gs pos="55000">
                <a:schemeClr val="accent1">
                  <a:tint val="90000"/>
                  <a:satMod val="150000"/>
                  <a:alpha val="100000"/>
                </a:schemeClr>
              </a:gs>
              <a:gs pos="100000">
                <a:schemeClr val="accent1">
                  <a:shade val="35000"/>
                  <a:satMod val="170000"/>
                  <a:alpha val="100000"/>
                </a:schemeClr>
              </a:gs>
            </a:gsLst>
            <a:lin ang="3000000" scaled="1"/>
            <a:tileRect/>
          </a:gradFill>
          <a:ln w="12700" cap="rnd" cmpd="thickThin" algn="ctr">
            <a:noFill/>
            <a:prstDash val="solid"/>
          </a:ln>
          <a:effectLst/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sp>
        <p:nvSpPr>
          <p:cNvPr id="9" name="Title 8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829761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defRPr sz="4800" b="1">
                <a:solidFill>
                  <a:schemeClr val="tx2"/>
                </a:solidFill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17" name="Subtitle 16"/>
          <p:cNvSpPr>
            <a:spLocks noGrp="1"/>
          </p:cNvSpPr>
          <p:nvPr>
            <p:ph type="subTitle" idx="1"/>
          </p:nvPr>
        </p:nvSpPr>
        <p:spPr>
          <a:xfrm>
            <a:off x="685800" y="3611607"/>
            <a:ext cx="7772400" cy="1199704"/>
          </a:xfrm>
        </p:spPr>
        <p:txBody>
          <a:bodyPr lIns="45720" rIns="45720"/>
          <a:lstStyle>
            <a:lvl1pPr marL="0" marR="64008" indent="0" algn="r">
              <a:buNone/>
              <a:defRPr>
                <a:solidFill>
                  <a:schemeClr val="tx2"/>
                </a:solidFill>
              </a:defRPr>
            </a:lvl1pPr>
            <a:lvl2pPr marL="457200" indent="0" algn="ctr">
              <a:buNone/>
            </a:lvl2pPr>
            <a:lvl3pPr marL="914400" indent="0" algn="ctr">
              <a:buNone/>
            </a:lvl3pPr>
            <a:lvl4pPr marL="1371600" indent="0" algn="ctr">
              <a:buNone/>
            </a:lvl4pPr>
            <a:lvl5pPr marL="1828800" indent="0" algn="ctr">
              <a:buNone/>
            </a:lvl5pPr>
            <a:lvl6pPr marL="2286000" indent="0" algn="ctr">
              <a:buNone/>
            </a:lvl6pPr>
            <a:lvl7pPr marL="2743200" indent="0" algn="ctr">
              <a:buNone/>
            </a:lvl7pPr>
            <a:lvl8pPr marL="3200400" indent="0" algn="ctr">
              <a:buNone/>
            </a:lvl8pPr>
            <a:lvl9pPr marL="3657600" indent="0" algn="ctr">
              <a:buNone/>
            </a:lvl9pPr>
            <a:extLst/>
          </a:lstStyle>
          <a:p>
            <a:r>
              <a:rPr kumimoji="0" lang="en-US" smtClean="0"/>
              <a:t>Click to edit Master subtitle style</a:t>
            </a:r>
            <a:endParaRPr kumimoji="0" lang="en-US"/>
          </a:p>
        </p:txBody>
      </p:sp>
      <p:grpSp>
        <p:nvGrpSpPr>
          <p:cNvPr id="2" name="Group 1"/>
          <p:cNvGrpSpPr/>
          <p:nvPr/>
        </p:nvGrpSpPr>
        <p:grpSpPr>
          <a:xfrm>
            <a:off x="-3765" y="4953000"/>
            <a:ext cx="9147765" cy="1912088"/>
            <a:chOff x="-3765" y="4832896"/>
            <a:chExt cx="9147765" cy="2032192"/>
          </a:xfrm>
        </p:grpSpPr>
        <p:sp>
          <p:nvSpPr>
            <p:cNvPr id="7" name="Freeform 6"/>
            <p:cNvSpPr>
              <a:spLocks/>
            </p:cNvSpPr>
            <p:nvPr/>
          </p:nvSpPr>
          <p:spPr bwMode="auto">
            <a:xfrm>
              <a:off x="1687513" y="4832896"/>
              <a:ext cx="7456487" cy="518816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4697" y="0"/>
                </a:cxn>
                <a:cxn ang="0">
                  <a:pos x="4697" y="367"/>
                </a:cxn>
                <a:cxn ang="0">
                  <a:pos x="0" y="218"/>
                </a:cxn>
                <a:cxn ang="0">
                  <a:pos x="4697" y="0"/>
                </a:cxn>
              </a:cxnLst>
              <a:rect l="0" t="0" r="0" b="0"/>
              <a:pathLst>
                <a:path w="4697" h="367">
                  <a:moveTo>
                    <a:pt x="4697" y="0"/>
                  </a:moveTo>
                  <a:lnTo>
                    <a:pt x="4697" y="367"/>
                  </a:lnTo>
                  <a:lnTo>
                    <a:pt x="0" y="218"/>
                  </a:lnTo>
                  <a:lnTo>
                    <a:pt x="4697" y="0"/>
                  </a:lnTo>
                  <a:close/>
                </a:path>
              </a:pathLst>
            </a:custGeom>
            <a:solidFill>
              <a:schemeClr val="accent1">
                <a:tint val="65000"/>
                <a:satMod val="115000"/>
                <a:alpha val="40000"/>
              </a:scheme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8" name="Freeform 7"/>
            <p:cNvSpPr>
              <a:spLocks/>
            </p:cNvSpPr>
            <p:nvPr/>
          </p:nvSpPr>
          <p:spPr bwMode="auto">
            <a:xfrm>
              <a:off x="35443" y="5135526"/>
              <a:ext cx="9108557" cy="838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5760" y="0"/>
                </a:cxn>
                <a:cxn ang="0">
                  <a:pos x="5760" y="528"/>
                </a:cxn>
                <a:cxn ang="0">
                  <a:pos x="48" y="0"/>
                </a:cxn>
              </a:cxnLst>
              <a:rect l="0" t="0" r="0" b="0"/>
              <a:pathLst>
                <a:path w="5760" h="528">
                  <a:moveTo>
                    <a:pt x="0" y="0"/>
                  </a:moveTo>
                  <a:lnTo>
                    <a:pt x="5760" y="0"/>
                  </a:lnTo>
                  <a:lnTo>
                    <a:pt x="5760" y="528"/>
                  </a:lnTo>
                  <a:lnTo>
                    <a:pt x="48" y="0"/>
                  </a:lnTo>
                </a:path>
              </a:pathLst>
            </a:custGeom>
            <a:solidFill>
              <a:srgbClr val="000000">
                <a:alpha val="100000"/>
              </a:srgbClr>
            </a:solidFill>
            <a:ln w="9525" cap="flat" cmpd="sng" algn="ctr">
              <a:noFill/>
              <a:prstDash val="solid"/>
              <a:round/>
              <a:headEnd type="none" w="med" len="med"/>
              <a:tailEnd type="none" w="med" len="med"/>
            </a:ln>
            <a:effectLst/>
          </p:spPr>
          <p:txBody>
            <a:bodyPr vert="horz" wrap="square" lIns="91440" tIns="45720" rIns="91440" bIns="45720" anchor="t" compatLnSpc="1"/>
            <a:lstStyle>
              <a:extLst/>
            </a:lstStyle>
            <a:p>
              <a:endParaRPr kumimoji="0" lang="en-US"/>
            </a:p>
          </p:txBody>
        </p:sp>
        <p:sp>
          <p:nvSpPr>
            <p:cNvPr id="11" name="Freeform 10"/>
            <p:cNvSpPr>
              <a:spLocks/>
            </p:cNvSpPr>
            <p:nvPr/>
          </p:nvSpPr>
          <p:spPr bwMode="auto">
            <a:xfrm>
              <a:off x="0" y="4883888"/>
              <a:ext cx="9144000" cy="1981200"/>
            </a:xfrm>
            <a:custGeom>
              <a:avLst>
                <a:gd name="A1" fmla="val 0"/>
                <a:gd name="A2" fmla="val 0"/>
                <a:gd name="A3" fmla="val 0"/>
                <a:gd name="A4" fmla="val 0"/>
                <a:gd name="A5" fmla="val 0"/>
                <a:gd name="A6" fmla="val 0"/>
                <a:gd name="A7" fmla="val 0"/>
                <a:gd name="A8" fmla="val 0"/>
              </a:avLst>
              <a:gdLst/>
              <a:ahLst/>
              <a:cxnLst>
                <a:cxn ang="0">
                  <a:pos x="0" y="0"/>
                </a:cxn>
                <a:cxn ang="0">
                  <a:pos x="0" y="1248"/>
                </a:cxn>
                <a:cxn ang="0">
                  <a:pos x="5760" y="1248"/>
                </a:cxn>
                <a:cxn ang="0">
                  <a:pos x="5760" y="528"/>
                </a:cxn>
                <a:cxn ang="0">
                  <a:pos x="0" y="0"/>
                </a:cxn>
              </a:cxnLst>
              <a:rect l="0" t="0" r="0" b="0"/>
              <a:pathLst>
                <a:path w="5760" h="1248">
                  <a:moveTo>
                    <a:pt x="0" y="0"/>
                  </a:moveTo>
                  <a:lnTo>
                    <a:pt x="0" y="1248"/>
                  </a:lnTo>
                  <a:lnTo>
                    <a:pt x="5760" y="1248"/>
                  </a:lnTo>
                  <a:lnTo>
                    <a:pt x="5760" y="528"/>
                  </a:lnTo>
                  <a:lnTo>
                    <a:pt x="0" y="0"/>
                  </a:lnTo>
                  <a:close/>
                </a:path>
              </a:pathLst>
            </a:custGeom>
            <a:blipFill>
              <a:blip r:embed="rId2">
                <a:alphaModFix amt="50000"/>
              </a:blip>
              <a:tile tx="0" ty="0" sx="50000" sy="50000" flip="none" algn="t"/>
            </a:blipFill>
            <a:ln w="12700" cap="rnd" cmpd="thickThin" algn="ctr">
              <a:noFill/>
              <a:prstDash val="solid"/>
            </a:ln>
            <a:effectLst>
              <a:fillOverlay blend="mult">
                <a:gradFill flip="none" rotWithShape="1">
                  <a:gsLst>
                    <a:gs pos="0">
                      <a:schemeClr val="accent1">
                        <a:shade val="20000"/>
                        <a:satMod val="176000"/>
                        <a:alpha val="100000"/>
                      </a:schemeClr>
                    </a:gs>
                    <a:gs pos="18000">
                      <a:schemeClr val="accent1">
                        <a:shade val="48000"/>
                        <a:satMod val="153000"/>
                        <a:alpha val="100000"/>
                      </a:schemeClr>
                    </a:gs>
                    <a:gs pos="43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45000">
                      <a:schemeClr val="accent1">
                        <a:tint val="85000"/>
                        <a:satMod val="150000"/>
                        <a:alpha val="100000"/>
                      </a:schemeClr>
                    </a:gs>
                    <a:gs pos="50000">
                      <a:schemeClr val="accent1">
                        <a:tint val="86000"/>
                        <a:satMod val="149000"/>
                        <a:alpha val="100000"/>
                      </a:schemeClr>
                    </a:gs>
                    <a:gs pos="79000">
                      <a:schemeClr val="accent1">
                        <a:shade val="53000"/>
                        <a:satMod val="150000"/>
                        <a:alpha val="100000"/>
                      </a:schemeClr>
                    </a:gs>
                    <a:gs pos="100000">
                      <a:schemeClr val="accent1">
                        <a:shade val="25000"/>
                        <a:satMod val="170000"/>
                        <a:alpha val="100000"/>
                      </a:schemeClr>
                    </a:gs>
                  </a:gsLst>
                  <a:lin ang="450000" scaled="1"/>
                  <a:tileRect/>
                </a:gradFill>
              </a:fillOverlay>
            </a:effectLst>
          </p:spPr>
          <p:style>
            <a:lnRef idx="3">
              <a:schemeClr val="lt1"/>
            </a:lnRef>
            <a:fillRef idx="1">
              <a:schemeClr val="accent1"/>
            </a:fillRef>
            <a:effectRef idx="1">
              <a:schemeClr val="accent1"/>
            </a:effectRef>
            <a:fontRef idx="minor">
              <a:schemeClr val="lt1"/>
            </a:fontRef>
          </p:style>
          <p:txBody>
            <a:bodyPr vert="horz" wrap="square" lIns="91440" tIns="45720" rIns="91440" bIns="45720" anchor="ctr" compatLnSpc="1"/>
            <a:lstStyle>
              <a:extLst/>
            </a:lstStyle>
            <a:p>
              <a:pPr algn="ctr" eaLnBrk="1" latinLnBrk="0" hangingPunct="1"/>
              <a:endParaRPr kumimoji="0" lang="en-US"/>
            </a:p>
          </p:txBody>
        </p:sp>
        <p:cxnSp>
          <p:nvCxnSpPr>
            <p:cNvPr id="12" name="Straight Connector 11"/>
            <p:cNvCxnSpPr/>
            <p:nvPr/>
          </p:nvCxnSpPr>
          <p:spPr>
            <a:xfrm>
              <a:off x="-3765" y="4880373"/>
              <a:ext cx="9147765" cy="839943"/>
            </a:xfrm>
            <a:prstGeom prst="line">
              <a:avLst/>
            </a:prstGeom>
            <a:noFill/>
            <a:ln w="12065" cap="flat" cmpd="sng" algn="ctr">
              <a:gradFill>
                <a:gsLst>
                  <a:gs pos="45000">
                    <a:schemeClr val="accent1">
                      <a:tint val="70000"/>
                      <a:satMod val="110000"/>
                    </a:schemeClr>
                  </a:gs>
                  <a:gs pos="15000">
                    <a:schemeClr val="accent1">
                      <a:shade val="40000"/>
                      <a:satMod val="110000"/>
                    </a:schemeClr>
                  </a:gs>
                </a:gsLst>
                <a:lin ang="5400000" scaled="1"/>
              </a:gradFill>
              <a:prstDash val="solid"/>
              <a:miter lim="800000"/>
            </a:ln>
            <a:effectLst/>
          </p:spPr>
          <p:style>
            <a:lnRef idx="2">
              <a:schemeClr val="accent1"/>
            </a:lnRef>
            <a:fillRef idx="0">
              <a:schemeClr val="accent1"/>
            </a:fillRef>
            <a:effectRef idx="1">
              <a:schemeClr val="accent1"/>
            </a:effectRef>
            <a:fontRef idx="minor">
              <a:schemeClr val="tx1"/>
            </a:fontRef>
          </p:style>
        </p:cxnSp>
      </p:grpSp>
      <p:sp>
        <p:nvSpPr>
          <p:cNvPr id="30" name="Date Placeholder 29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19" name="Footer Placeholder 18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lvl1pPr>
              <a:defRPr>
                <a:solidFill>
                  <a:schemeClr val="accent1">
                    <a:tint val="20000"/>
                  </a:schemeClr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27" name="Slide Number Placeholder 2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rgbClr val="FFFFFF"/>
                </a:solidFill>
              </a:defRPr>
            </a:lvl1pPr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Title 6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76" y="1059712"/>
            <a:ext cx="7772400" cy="1828800"/>
          </a:xfrm>
        </p:spPr>
        <p:txBody>
          <a:bodyPr vert="horz" anchor="b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lvl1pPr algn="r">
              <a:buNone/>
              <a:defRPr sz="4800" b="1" cap="none" baseline="0">
                <a:effectLst>
                  <a:outerShdw blurRad="31750" dist="25400" dir="5400000" algn="tl" rotWithShape="0">
                    <a:srgbClr val="000000">
                      <a:alpha val="25000"/>
                    </a:srgb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3922713" y="2931712"/>
            <a:ext cx="4572000" cy="1454888"/>
          </a:xfrm>
        </p:spPr>
        <p:txBody>
          <a:bodyPr lIns="91440" rIns="91440" anchor="t"/>
          <a:lstStyle>
            <a:lvl1pPr marL="0" indent="0" algn="l">
              <a:buNone/>
              <a:defRPr sz="2300">
                <a:solidFill>
                  <a:schemeClr val="tx1"/>
                </a:solidFill>
              </a:defRPr>
            </a:lvl1pPr>
            <a:lvl2pPr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7" name="Chevron 6"/>
          <p:cNvSpPr/>
          <p:nvPr/>
        </p:nvSpPr>
        <p:spPr>
          <a:xfrm>
            <a:off x="3636680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8" name="Chevron 7"/>
          <p:cNvSpPr/>
          <p:nvPr/>
        </p:nvSpPr>
        <p:spPr>
          <a:xfrm>
            <a:off x="3450264" y="3005472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481328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8" name="Title 7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woTxTwoObj" preserve="1">
  <p:cSld name="Comparis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8229600" cy="1143000"/>
          </a:xfrm>
        </p:spPr>
        <p:txBody>
          <a:bodyPr anchor="ctr"/>
          <a:lstStyle>
            <a:lvl1pPr>
              <a:defRPr/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5410200"/>
            <a:ext cx="4040188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3"/>
          </p:nvPr>
        </p:nvSpPr>
        <p:spPr>
          <a:xfrm>
            <a:off x="4645026" y="5410200"/>
            <a:ext cx="4041775" cy="762000"/>
          </a:xfrm>
          <a:solidFill>
            <a:schemeClr val="accent1"/>
          </a:solidFill>
          <a:ln w="9652">
            <a:solidFill>
              <a:schemeClr val="accent1"/>
            </a:solidFill>
            <a:miter lim="800000"/>
          </a:ln>
        </p:spPr>
        <p:txBody>
          <a:bodyPr lIns="182880" anchor="ctr"/>
          <a:lstStyle>
            <a:lvl1pPr marL="0" indent="0">
              <a:buNone/>
              <a:defRPr sz="2400" b="0">
                <a:solidFill>
                  <a:schemeClr val="bg1"/>
                </a:solidFill>
              </a:defRPr>
            </a:lvl1pPr>
            <a:lvl2pPr>
              <a:buNone/>
              <a:defRPr sz="2000" b="1"/>
            </a:lvl2pPr>
            <a:lvl3pPr>
              <a:buNone/>
              <a:defRPr sz="1800" b="1"/>
            </a:lvl3pPr>
            <a:lvl4pPr>
              <a:buNone/>
              <a:defRPr sz="1600" b="1"/>
            </a:lvl4pPr>
            <a:lvl5pPr>
              <a:buNone/>
              <a:defRPr sz="1600" b="1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5" name="Content Placeholder 4"/>
          <p:cNvSpPr>
            <a:spLocks noGrp="1"/>
          </p:cNvSpPr>
          <p:nvPr>
            <p:ph sz="quarter" idx="2"/>
          </p:nvPr>
        </p:nvSpPr>
        <p:spPr>
          <a:xfrm>
            <a:off x="457200" y="1444294"/>
            <a:ext cx="4040188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1444294"/>
            <a:ext cx="4041775" cy="3941763"/>
          </a:xfrm>
          <a:ln>
            <a:noFill/>
            <a:prstDash val="sysDash"/>
            <a:miter lim="800000"/>
          </a:ln>
        </p:spPr>
        <p:txBody>
          <a:bodyPr/>
          <a:lstStyle>
            <a:lvl1pPr>
              <a:spcBef>
                <a:spcPts val="0"/>
              </a:spcBef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6" name="Title 5"/>
          <p:cNvSpPr>
            <a:spLocks noGrp="1"/>
          </p:cNvSpPr>
          <p:nvPr>
            <p:ph type="title"/>
          </p:nvPr>
        </p:nvSpPr>
        <p:spPr/>
        <p:txBody>
          <a:bodyPr rtlCol="0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Content with Caption">
    <p:bg>
      <p:bgRef idx="1003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914400" y="4876800"/>
            <a:ext cx="7481776" cy="457200"/>
          </a:xfrm>
        </p:spPr>
        <p:txBody>
          <a:bodyPr vert="horz" anchor="t">
            <a:noAutofit/>
            <a:sp3d prstMaterial="softEdge">
              <a:bevelT w="0" h="0"/>
            </a:sp3d>
          </a:bodyPr>
          <a:lstStyle>
            <a:lvl1pPr algn="r">
              <a:buNone/>
              <a:defRPr sz="2500" b="0">
                <a:solidFill>
                  <a:schemeClr val="accent1"/>
                </a:solidFill>
                <a:effectLst/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2"/>
          </p:nvPr>
        </p:nvSpPr>
        <p:spPr>
          <a:xfrm>
            <a:off x="4419600" y="5355102"/>
            <a:ext cx="3974592" cy="914400"/>
          </a:xfrm>
        </p:spPr>
        <p:txBody>
          <a:bodyPr/>
          <a:lstStyle>
            <a:lvl1pPr marL="0" indent="0" algn="r">
              <a:buNone/>
              <a:defRPr sz="1600"/>
            </a:lvl1pPr>
            <a:lvl2pPr>
              <a:buNone/>
              <a:defRPr sz="1200"/>
            </a:lvl2pPr>
            <a:lvl3pPr>
              <a:buNone/>
              <a:defRPr sz="1000"/>
            </a:lvl3pPr>
            <a:lvl4pPr>
              <a:buNone/>
              <a:defRPr sz="900"/>
            </a:lvl4pPr>
            <a:lvl5pPr>
              <a:buNone/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1"/>
          </p:nvPr>
        </p:nvSpPr>
        <p:spPr>
          <a:xfrm>
            <a:off x="914400" y="274320"/>
            <a:ext cx="7479792" cy="4572000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>
          <a:xfrm>
            <a:off x="6727032" y="6407944"/>
            <a:ext cx="1920240" cy="365760"/>
          </a:xfrm>
        </p:spPr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overrideClrMapping bg1="lt1" tx1="dk1" bg2="lt2" tx2="dk2" accent1="accent1" accent2="accent2" accent3="accent3" accent4="accent4" accent5="accent5" accent6="accent6" hlink="hlink" folHlink="folHlink"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Picture with Caption">
    <p:bg>
      <p:bgRef idx="1002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141232" y="5443402"/>
            <a:ext cx="7162800" cy="648232"/>
          </a:xfrm>
          <a:noFill/>
        </p:spPr>
        <p:txBody>
          <a:bodyPr lIns="91440" tIns="0" rIns="91440" anchor="t"/>
          <a:lstStyle>
            <a:lvl1pPr marL="0" marR="18288" indent="0" algn="r">
              <a:buNone/>
              <a:defRPr sz="1400"/>
            </a:lvl1pPr>
            <a:lvl2pPr>
              <a:defRPr sz="1200"/>
            </a:lvl2pPr>
            <a:lvl3pPr>
              <a:defRPr sz="1000"/>
            </a:lvl3pPr>
            <a:lvl4pPr>
              <a:defRPr sz="900"/>
            </a:lvl4pPr>
            <a:lvl5pPr>
              <a:defRPr sz="900"/>
            </a:lvl5pPr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228600" y="189968"/>
            <a:ext cx="8686800" cy="4389120"/>
          </a:xfrm>
          <a:prstGeom prst="rect">
            <a:avLst/>
          </a:prstGeom>
          <a:solidFill>
            <a:schemeClr val="bg2"/>
          </a:solidFill>
          <a:ln>
            <a:solidFill>
              <a:schemeClr val="bg1"/>
            </a:solidFill>
          </a:ln>
          <a:effectLst>
            <a:innerShdw blurRad="95250">
              <a:srgbClr val="000000"/>
            </a:innerShdw>
          </a:effectLst>
        </p:spPr>
        <p:txBody>
          <a:bodyPr/>
          <a:lstStyle>
            <a:lvl1pPr marL="0" indent="0">
              <a:buNone/>
              <a:defRPr sz="3200"/>
            </a:lvl1pPr>
            <a:extLst/>
          </a:lstStyle>
          <a:p>
            <a:r>
              <a:rPr kumimoji="0" lang="en-US" smtClean="0"/>
              <a:t>Click icon to add picture</a:t>
            </a:r>
            <a:endParaRPr kumimoji="0" lang="en-US" dirty="0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>
          <a:xfrm>
            <a:off x="4380072" y="6407944"/>
            <a:ext cx="2350681" cy="365125"/>
          </a:xfrm>
        </p:spPr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lvl1pPr>
              <a:defRPr>
                <a:solidFill>
                  <a:schemeClr val="tx1"/>
                </a:solidFill>
              </a:defRPr>
            </a:lvl1pPr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228600" y="4865122"/>
            <a:ext cx="8075432" cy="562672"/>
          </a:xfrm>
          <a:noFill/>
        </p:spPr>
        <p:txBody>
          <a:bodyPr anchor="t">
            <a:sp3d prstMaterial="softEdge"/>
          </a:bodyPr>
          <a:lstStyle>
            <a:lvl1pPr marR="0" algn="r">
              <a:buNone/>
              <a:defRPr sz="3000" b="0">
                <a:solidFill>
                  <a:schemeClr val="accent1"/>
                </a:solidFill>
                <a:effectLst>
                  <a:outerShdw blurRad="50800" dist="25000" dir="5400000" algn="t" rotWithShape="0">
                    <a:prstClr val="black">
                      <a:alpha val="45000"/>
                    </a:prstClr>
                  </a:outerShdw>
                </a:effectLst>
              </a:defRPr>
            </a:lvl1pPr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8" name="Freeform 7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9" name="Freeform 8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0" name="Right Triangle 9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2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1" name="Straight Connector 10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Chevron 11"/>
          <p:cNvSpPr/>
          <p:nvPr/>
        </p:nvSpPr>
        <p:spPr>
          <a:xfrm>
            <a:off x="8664112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  <p:sp>
        <p:nvSpPr>
          <p:cNvPr id="13" name="Chevron 12"/>
          <p:cNvSpPr/>
          <p:nvPr/>
        </p:nvSpPr>
        <p:spPr>
          <a:xfrm>
            <a:off x="8477696" y="4988440"/>
            <a:ext cx="182880" cy="228600"/>
          </a:xfrm>
          <a:prstGeom prst="chevron">
            <a:avLst>
              <a:gd name="adj" fmla="val 50000"/>
            </a:avLst>
          </a:prstGeom>
          <a:gradFill flip="none" rotWithShape="1">
            <a:gsLst>
              <a:gs pos="0">
                <a:schemeClr val="accent1">
                  <a:shade val="60000"/>
                  <a:satMod val="125000"/>
                </a:schemeClr>
              </a:gs>
              <a:gs pos="72000">
                <a:schemeClr val="accent1">
                  <a:tint val="90000"/>
                  <a:satMod val="138000"/>
                </a:schemeClr>
              </a:gs>
              <a:gs pos="100000">
                <a:schemeClr val="accent1">
                  <a:tint val="76000"/>
                  <a:satMod val="136000"/>
                </a:schemeClr>
              </a:gs>
            </a:gsLst>
            <a:lin ang="16200000" scaled="0"/>
          </a:gradFill>
          <a:ln w="3175" cap="rnd" cmpd="sng" algn="ctr">
            <a:solidFill>
              <a:schemeClr val="accent1">
                <a:shade val="50000"/>
              </a:schemeClr>
            </a:solidFill>
            <a:prstDash val="solid"/>
          </a:ln>
          <a:effectLst>
            <a:outerShdw blurRad="50800" dist="25400" dir="5400000">
              <a:srgbClr val="000000">
                <a:alpha val="46000"/>
              </a:srgbClr>
            </a:outerShdw>
          </a:effectLst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anchor="ctr"/>
          <a:lstStyle>
            <a:extLst/>
          </a:lstStyle>
          <a:p>
            <a:pPr algn="l" eaLnBrk="1" latinLnBrk="0" hangingPunct="1"/>
            <a:endParaRPr kumimoji="0" lang="en-US"/>
          </a:p>
        </p:txBody>
      </p:sp>
    </p:spTree>
  </p:cSld>
  <p:clrMapOvr>
    <a:overrideClrMapping bg1="dk1" tx1="lt1" bg2="dk2" tx2="lt2" accent1="accent1" accent2="accent2" accent3="accent3" accent4="accent4" accent5="accent5" accent6="accent6" hlink="hlink" folHlink="folHlink"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1481329"/>
            <a:ext cx="8229600" cy="4386071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844013" y="274640"/>
            <a:ext cx="1777470" cy="5592761"/>
          </a:xfrm>
        </p:spPr>
        <p:txBody>
          <a:bodyPr vert="eaVert"/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41"/>
            <a:ext cx="6324600" cy="5592760"/>
          </a:xfrm>
        </p:spPr>
        <p:txBody>
          <a:bodyPr vert="eaVert"/>
          <a:lstStyle>
            <a:extLst/>
          </a:lstStyle>
          <a:p>
            <a:pPr lvl="0" eaLnBrk="1" latinLnBrk="0" hangingPunct="1"/>
            <a:r>
              <a:rPr lang="en-US" smtClean="0"/>
              <a:t>Click to edit Master text styles</a:t>
            </a:r>
          </a:p>
          <a:p>
            <a:pPr lvl="1" eaLnBrk="1" latinLnBrk="0" hangingPunct="1"/>
            <a:r>
              <a:rPr lang="en-US" smtClean="0"/>
              <a:t>Second level</a:t>
            </a:r>
          </a:p>
          <a:p>
            <a:pPr lvl="2" eaLnBrk="1" latinLnBrk="0" hangingPunct="1"/>
            <a:r>
              <a:rPr lang="en-US" smtClean="0"/>
              <a:t>Third level</a:t>
            </a:r>
          </a:p>
          <a:p>
            <a:pPr lvl="3" eaLnBrk="1" latinLnBrk="0" hangingPunct="1"/>
            <a:r>
              <a:rPr lang="en-US" smtClean="0"/>
              <a:t>Fourth level</a:t>
            </a:r>
          </a:p>
          <a:p>
            <a:pPr lvl="4" eaLnBrk="1" latinLnBrk="0" hangingPunct="1"/>
            <a:r>
              <a:rPr lang="en-US" smtClean="0"/>
              <a:t>Fifth level</a:t>
            </a:r>
            <a:endParaRPr kumimoji="0"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>
            <a:extLst/>
          </a:lstStyle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tx">
  <p:cSld name="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CA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CA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9F35D3E5-59BD-4114-A08A-2FA1C22BFB2E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4CA391D5-52BF-4940-AA53-F1EF0A86FD98}" type="slidenum">
              <a:rPr lang="en-CA" smtClean="0"/>
              <a:pPr/>
              <a:t>‹#›</a:t>
            </a:fld>
            <a:endParaRPr lang="en-CA"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theme" Target="../theme/theme1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image" Target="../media/image1.jpe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3" name="Freeform 12"/>
          <p:cNvSpPr>
            <a:spLocks/>
          </p:cNvSpPr>
          <p:nvPr/>
        </p:nvSpPr>
        <p:spPr bwMode="auto">
          <a:xfrm>
            <a:off x="499273" y="5944936"/>
            <a:ext cx="4940624" cy="921076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7485" h="337">
                <a:moveTo>
                  <a:pt x="0" y="2"/>
                </a:moveTo>
                <a:lnTo>
                  <a:pt x="7485" y="337"/>
                </a:lnTo>
                <a:lnTo>
                  <a:pt x="5558" y="337"/>
                </a:lnTo>
                <a:lnTo>
                  <a:pt x="1" y="0"/>
                </a:lnTo>
              </a:path>
            </a:pathLst>
          </a:custGeom>
          <a:solidFill>
            <a:schemeClr val="accent1">
              <a:tint val="65000"/>
              <a:satMod val="115000"/>
              <a:alpha val="40000"/>
            </a:scheme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2" name="Freeform 11"/>
          <p:cNvSpPr>
            <a:spLocks/>
          </p:cNvSpPr>
          <p:nvPr/>
        </p:nvSpPr>
        <p:spPr bwMode="auto">
          <a:xfrm>
            <a:off x="485717" y="5939011"/>
            <a:ext cx="3690451" cy="933450"/>
          </a:xfrm>
          <a:custGeom>
            <a:avLst>
              <a:gd name="A1" fmla="val 0"/>
              <a:gd name="A2" fmla="val 0"/>
              <a:gd name="A3" fmla="val 0"/>
              <a:gd name="A4" fmla="val 0"/>
              <a:gd name="A5" fmla="val 0"/>
              <a:gd name="A6" fmla="val 0"/>
              <a:gd name="A7" fmla="val 0"/>
              <a:gd name="A8" fmla="val 0"/>
            </a:avLst>
            <a:gdLst/>
            <a:ahLst/>
            <a:cxnLst>
              <a:cxn ang="0">
                <a:pos x="0" y="0"/>
              </a:cxn>
              <a:cxn ang="0">
                <a:pos x="5760" y="0"/>
              </a:cxn>
              <a:cxn ang="0">
                <a:pos x="5760" y="528"/>
              </a:cxn>
              <a:cxn ang="0">
                <a:pos x="48" y="0"/>
              </a:cxn>
            </a:cxnLst>
            <a:rect l="0" t="0" r="0" b="0"/>
            <a:pathLst>
              <a:path w="5591" h="588">
                <a:moveTo>
                  <a:pt x="0" y="0"/>
                </a:moveTo>
                <a:lnTo>
                  <a:pt x="5591" y="585"/>
                </a:lnTo>
                <a:lnTo>
                  <a:pt x="4415" y="588"/>
                </a:lnTo>
                <a:lnTo>
                  <a:pt x="12" y="4"/>
                </a:lnTo>
              </a:path>
            </a:pathLst>
          </a:custGeom>
          <a:solidFill>
            <a:srgbClr val="000000">
              <a:alpha val="100000"/>
            </a:srgbClr>
          </a:solidFill>
          <a:ln w="9525" cap="flat" cmpd="sng" algn="ctr">
            <a:noFill/>
            <a:prstDash val="solid"/>
            <a:round/>
            <a:headEnd type="none" w="med" len="med"/>
            <a:tailEnd type="none" w="med" len="med"/>
          </a:ln>
          <a:effectLst/>
        </p:spPr>
        <p:txBody>
          <a:bodyPr vert="horz" wrap="square" lIns="91440" tIns="45720" rIns="91440" bIns="45720" anchor="t" compatLnSpc="1"/>
          <a:lstStyle>
            <a:extLst/>
          </a:lstStyle>
          <a:p>
            <a:endParaRPr kumimoji="0" lang="en-US"/>
          </a:p>
        </p:txBody>
      </p:sp>
      <p:sp>
        <p:nvSpPr>
          <p:cNvPr id="14" name="Right Triangle 13"/>
          <p:cNvSpPr>
            <a:spLocks/>
          </p:cNvSpPr>
          <p:nvPr/>
        </p:nvSpPr>
        <p:spPr bwMode="auto">
          <a:xfrm>
            <a:off x="-6042" y="5791253"/>
            <a:ext cx="3402314" cy="1080868"/>
          </a:xfrm>
          <a:prstGeom prst="rtTriangle">
            <a:avLst/>
          </a:prstGeom>
          <a:blipFill>
            <a:blip r:embed="rId14">
              <a:alphaModFix amt="50000"/>
            </a:blip>
            <a:tile tx="0" ty="0" sx="50000" sy="50000" flip="none" algn="t"/>
          </a:blipFill>
          <a:ln w="12700" cap="rnd" cmpd="thickThin" algn="ctr">
            <a:noFill/>
            <a:prstDash val="solid"/>
          </a:ln>
          <a:effectLst>
            <a:fillOverlay blend="mult">
              <a:gradFill flip="none" rotWithShape="1">
                <a:gsLst>
                  <a:gs pos="0">
                    <a:schemeClr val="accent1">
                      <a:shade val="20000"/>
                      <a:satMod val="176000"/>
                      <a:alpha val="100000"/>
                    </a:schemeClr>
                  </a:gs>
                  <a:gs pos="18000">
                    <a:schemeClr val="accent1">
                      <a:shade val="48000"/>
                      <a:satMod val="153000"/>
                      <a:alpha val="100000"/>
                    </a:schemeClr>
                  </a:gs>
                  <a:gs pos="43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45000">
                    <a:schemeClr val="accent1">
                      <a:tint val="85000"/>
                      <a:satMod val="150000"/>
                      <a:alpha val="100000"/>
                    </a:schemeClr>
                  </a:gs>
                  <a:gs pos="50000">
                    <a:schemeClr val="accent1">
                      <a:tint val="86000"/>
                      <a:satMod val="149000"/>
                      <a:alpha val="100000"/>
                    </a:schemeClr>
                  </a:gs>
                  <a:gs pos="79000">
                    <a:schemeClr val="accent1">
                      <a:shade val="53000"/>
                      <a:satMod val="150000"/>
                      <a:alpha val="100000"/>
                    </a:schemeClr>
                  </a:gs>
                  <a:gs pos="100000">
                    <a:schemeClr val="accent1">
                      <a:shade val="25000"/>
                      <a:satMod val="170000"/>
                      <a:alpha val="100000"/>
                    </a:schemeClr>
                  </a:gs>
                </a:gsLst>
                <a:lin ang="450000" scaled="1"/>
                <a:tileRect/>
              </a:gradFill>
            </a:fillOverlay>
          </a:effectLst>
        </p:spPr>
        <p:style>
          <a:lnRef idx="3">
            <a:schemeClr val="lt1"/>
          </a:lnRef>
          <a:fillRef idx="1">
            <a:schemeClr val="accent1"/>
          </a:fillRef>
          <a:effectRef idx="1">
            <a:schemeClr val="accent1"/>
          </a:effectRef>
          <a:fontRef idx="minor">
            <a:schemeClr val="lt1"/>
          </a:fontRef>
        </p:style>
        <p:txBody>
          <a:bodyPr vert="horz" wrap="square" lIns="91440" tIns="45720" rIns="91440" bIns="45720" anchor="ctr" compatLnSpc="1"/>
          <a:lstStyle>
            <a:extLst/>
          </a:lstStyle>
          <a:p>
            <a:pPr algn="ctr" eaLnBrk="1" latinLnBrk="0" hangingPunct="1"/>
            <a:endParaRPr kumimoji="0" lang="en-US"/>
          </a:p>
        </p:txBody>
      </p:sp>
      <p:cxnSp>
        <p:nvCxnSpPr>
          <p:cNvPr id="15" name="Straight Connector 14"/>
          <p:cNvCxnSpPr/>
          <p:nvPr/>
        </p:nvCxnSpPr>
        <p:spPr>
          <a:xfrm>
            <a:off x="-9237" y="5787738"/>
            <a:ext cx="3405509" cy="1084383"/>
          </a:xfrm>
          <a:prstGeom prst="line">
            <a:avLst/>
          </a:prstGeom>
          <a:noFill/>
          <a:ln w="12065" cap="flat" cmpd="sng" algn="ctr">
            <a:gradFill>
              <a:gsLst>
                <a:gs pos="45000">
                  <a:schemeClr val="accent1">
                    <a:tint val="70000"/>
                    <a:satMod val="110000"/>
                  </a:schemeClr>
                </a:gs>
                <a:gs pos="15000">
                  <a:schemeClr val="accent1">
                    <a:shade val="40000"/>
                    <a:satMod val="110000"/>
                  </a:schemeClr>
                </a:gs>
              </a:gsLst>
              <a:lin ang="5400000" scaled="1"/>
            </a:gradFill>
            <a:prstDash val="solid"/>
            <a:miter lim="800000"/>
          </a:ln>
          <a:effectLst/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Title Placeholder 8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anchor="ctr">
            <a:normAutofit/>
            <a:scene3d>
              <a:camera prst="orthographicFront"/>
              <a:lightRig rig="soft" dir="t"/>
            </a:scene3d>
            <a:sp3d prstMaterial="softEdge">
              <a:bevelT w="25400" h="25400"/>
            </a:sp3d>
          </a:bodyPr>
          <a:lstStyle>
            <a:extLst/>
          </a:lstStyle>
          <a:p>
            <a:r>
              <a:rPr kumimoji="0" lang="en-US" smtClean="0"/>
              <a:t>Click to edit Master title style</a:t>
            </a:r>
            <a:endParaRPr kumimoji="0" lang="en-US"/>
          </a:p>
        </p:txBody>
      </p:sp>
      <p:sp>
        <p:nvSpPr>
          <p:cNvPr id="30" name="Text Placeholder 29"/>
          <p:cNvSpPr>
            <a:spLocks noGrp="1"/>
          </p:cNvSpPr>
          <p:nvPr>
            <p:ph type="body" idx="1"/>
          </p:nvPr>
        </p:nvSpPr>
        <p:spPr>
          <a:xfrm>
            <a:off x="457200" y="1481328"/>
            <a:ext cx="8229600" cy="4525963"/>
          </a:xfrm>
          <a:prstGeom prst="rect">
            <a:avLst/>
          </a:prstGeom>
        </p:spPr>
        <p:txBody>
          <a:bodyPr vert="horz">
            <a:normAutofit/>
          </a:bodyPr>
          <a:lstStyle>
            <a:extLst/>
          </a:lstStyle>
          <a:p>
            <a:pPr lvl="0" eaLnBrk="1" latinLnBrk="0" hangingPunct="1"/>
            <a:r>
              <a:rPr kumimoji="0" lang="en-US" smtClean="0"/>
              <a:t>Click to edit Master text styles</a:t>
            </a:r>
          </a:p>
          <a:p>
            <a:pPr lvl="1" eaLnBrk="1" latinLnBrk="0" hangingPunct="1"/>
            <a:r>
              <a:rPr kumimoji="0" lang="en-US" smtClean="0"/>
              <a:t>Second level</a:t>
            </a:r>
          </a:p>
          <a:p>
            <a:pPr lvl="2" eaLnBrk="1" latinLnBrk="0" hangingPunct="1"/>
            <a:r>
              <a:rPr kumimoji="0" lang="en-US" smtClean="0"/>
              <a:t>Third level</a:t>
            </a:r>
          </a:p>
          <a:p>
            <a:pPr lvl="3" eaLnBrk="1" latinLnBrk="0" hangingPunct="1"/>
            <a:r>
              <a:rPr kumimoji="0" lang="en-US" smtClean="0"/>
              <a:t>Fourth level</a:t>
            </a:r>
          </a:p>
          <a:p>
            <a:pPr lvl="4" eaLnBrk="1" latinLnBrk="0" hangingPunct="1"/>
            <a:r>
              <a:rPr kumimoji="0" lang="en-US" smtClean="0"/>
              <a:t>Fifth level</a:t>
            </a:r>
            <a:endParaRPr kumimoji="0" lang="en-US"/>
          </a:p>
        </p:txBody>
      </p:sp>
      <p:sp>
        <p:nvSpPr>
          <p:cNvPr id="10" name="Date Placeholder 9"/>
          <p:cNvSpPr>
            <a:spLocks noGrp="1"/>
          </p:cNvSpPr>
          <p:nvPr>
            <p:ph type="dt" sz="half" idx="2"/>
          </p:nvPr>
        </p:nvSpPr>
        <p:spPr>
          <a:xfrm>
            <a:off x="6727032" y="6407944"/>
            <a:ext cx="1920240" cy="365760"/>
          </a:xfrm>
          <a:prstGeom prst="rect">
            <a:avLst/>
          </a:prstGeom>
        </p:spPr>
        <p:txBody>
          <a:bodyPr vert="horz" anchor="b"/>
          <a:lstStyle>
            <a:lvl1pPr algn="l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fld id="{05152122-D88F-4EF7-BD4F-347ADF2154ED}" type="datetimeFigureOut">
              <a:rPr lang="en-US" smtClean="0"/>
              <a:pPr/>
              <a:t>2/28/2008</a:t>
            </a:fld>
            <a:endParaRPr lang="en-CA"/>
          </a:p>
        </p:txBody>
      </p:sp>
      <p:sp>
        <p:nvSpPr>
          <p:cNvPr id="22" name="Footer Placeholder 21"/>
          <p:cNvSpPr>
            <a:spLocks noGrp="1"/>
          </p:cNvSpPr>
          <p:nvPr>
            <p:ph type="ftr" sz="quarter" idx="3"/>
          </p:nvPr>
        </p:nvSpPr>
        <p:spPr>
          <a:xfrm>
            <a:off x="4380072" y="6407944"/>
            <a:ext cx="2350681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>
                <a:solidFill>
                  <a:schemeClr val="tx1"/>
                </a:solidFill>
              </a:defRPr>
            </a:lvl1pPr>
            <a:extLst/>
          </a:lstStyle>
          <a:p>
            <a:endParaRPr lang="en-CA"/>
          </a:p>
        </p:txBody>
      </p:sp>
      <p:sp>
        <p:nvSpPr>
          <p:cNvPr id="18" name="Slide Number Placeholder 17"/>
          <p:cNvSpPr>
            <a:spLocks noGrp="1"/>
          </p:cNvSpPr>
          <p:nvPr>
            <p:ph type="sldNum" sz="quarter" idx="4"/>
          </p:nvPr>
        </p:nvSpPr>
        <p:spPr>
          <a:xfrm>
            <a:off x="8647272" y="6407944"/>
            <a:ext cx="365760" cy="365125"/>
          </a:xfrm>
          <a:prstGeom prst="rect">
            <a:avLst/>
          </a:prstGeom>
        </p:spPr>
        <p:txBody>
          <a:bodyPr vert="horz" anchor="b"/>
          <a:lstStyle>
            <a:lvl1pPr algn="r" eaLnBrk="1" latinLnBrk="0" hangingPunct="1">
              <a:defRPr kumimoji="0" sz="1000" b="0">
                <a:solidFill>
                  <a:schemeClr val="tx1"/>
                </a:solidFill>
              </a:defRPr>
            </a:lvl1pPr>
            <a:extLst/>
          </a:lstStyle>
          <a:p>
            <a:fld id="{1BE7998A-2B69-41E2-AC04-32AA1A047B32}" type="slidenum">
              <a:rPr lang="en-CA" smtClean="0"/>
              <a:pPr/>
              <a:t>‹#›</a:t>
            </a:fld>
            <a:endParaRPr lang="en-CA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728" r:id="rId1"/>
    <p:sldLayoutId id="2147483729" r:id="rId2"/>
    <p:sldLayoutId id="2147483730" r:id="rId3"/>
    <p:sldLayoutId id="2147483731" r:id="rId4"/>
    <p:sldLayoutId id="2147483732" r:id="rId5"/>
    <p:sldLayoutId id="2147483733" r:id="rId6"/>
    <p:sldLayoutId id="2147483734" r:id="rId7"/>
    <p:sldLayoutId id="2147483735" r:id="rId8"/>
    <p:sldLayoutId id="2147483736" r:id="rId9"/>
    <p:sldLayoutId id="2147483737" r:id="rId10"/>
    <p:sldLayoutId id="2147483738" r:id="rId11"/>
    <p:sldLayoutId id="2147483739" r:id="rId12"/>
  </p:sldLayoutIdLst>
  <p:txStyles>
    <p:titleStyle>
      <a:lvl1pPr algn="l" rtl="0" eaLnBrk="1" latinLnBrk="0" hangingPunct="1">
        <a:spcBef>
          <a:spcPct val="0"/>
        </a:spcBef>
        <a:buNone/>
        <a:defRPr kumimoji="0" sz="4100" b="1" kern="1200">
          <a:solidFill>
            <a:schemeClr val="tx2"/>
          </a:solidFill>
          <a:effectLst>
            <a:outerShdw blurRad="31750" dist="25400" dir="5400000" algn="tl" rotWithShape="0">
              <a:srgbClr val="000000">
                <a:alpha val="25000"/>
              </a:srgbClr>
            </a:outerShdw>
          </a:effectLst>
          <a:latin typeface="+mj-lt"/>
          <a:ea typeface="+mj-ea"/>
          <a:cs typeface="+mj-cs"/>
        </a:defRPr>
      </a:lvl1pPr>
      <a:extLst/>
    </p:titleStyle>
    <p:bodyStyle>
      <a:lvl1pPr marL="365760" indent="-256032" algn="l" rtl="0" eaLnBrk="1" latinLnBrk="0" hangingPunct="1">
        <a:spcBef>
          <a:spcPts val="400"/>
        </a:spcBef>
        <a:spcAft>
          <a:spcPts val="0"/>
        </a:spcAft>
        <a:buClr>
          <a:schemeClr val="accent1"/>
        </a:buClr>
        <a:buSzPct val="68000"/>
        <a:buFont typeface="Wingdings 3"/>
        <a:buChar char=""/>
        <a:defRPr kumimoji="0" sz="2700" kern="1200">
          <a:solidFill>
            <a:schemeClr val="tx1"/>
          </a:solidFill>
          <a:latin typeface="+mn-lt"/>
          <a:ea typeface="+mn-ea"/>
          <a:cs typeface="+mn-cs"/>
        </a:defRPr>
      </a:lvl1pPr>
      <a:lvl2pPr marL="621792" indent="-228600" algn="l" rtl="0" eaLnBrk="1" latinLnBrk="0" hangingPunct="1">
        <a:spcBef>
          <a:spcPts val="324"/>
        </a:spcBef>
        <a:buClr>
          <a:schemeClr val="accent1"/>
        </a:buClr>
        <a:buFont typeface="Verdana"/>
        <a:buChar char="◦"/>
        <a:defRPr kumimoji="0" sz="2300" kern="1200">
          <a:solidFill>
            <a:schemeClr val="tx1"/>
          </a:solidFill>
          <a:latin typeface="+mn-lt"/>
          <a:ea typeface="+mn-ea"/>
          <a:cs typeface="+mn-cs"/>
        </a:defRPr>
      </a:lvl2pPr>
      <a:lvl3pPr marL="859536" indent="-228600" algn="l" rtl="0" eaLnBrk="1" latinLnBrk="0" hangingPunct="1">
        <a:spcBef>
          <a:spcPts val="350"/>
        </a:spcBef>
        <a:buClr>
          <a:schemeClr val="accent2"/>
        </a:buClr>
        <a:buSzPct val="100000"/>
        <a:buFont typeface="Wingdings 2"/>
        <a:buChar char=""/>
        <a:defRPr kumimoji="0" sz="2100" kern="1200">
          <a:solidFill>
            <a:schemeClr val="tx1"/>
          </a:solidFill>
          <a:latin typeface="+mn-lt"/>
          <a:ea typeface="+mn-ea"/>
          <a:cs typeface="+mn-cs"/>
        </a:defRPr>
      </a:lvl3pPr>
      <a:lvl4pPr marL="11430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900" kern="1200">
          <a:solidFill>
            <a:schemeClr val="tx1"/>
          </a:solidFill>
          <a:latin typeface="+mn-lt"/>
          <a:ea typeface="+mn-ea"/>
          <a:cs typeface="+mn-cs"/>
        </a:defRPr>
      </a:lvl4pPr>
      <a:lvl5pPr marL="1371600" indent="-228600" algn="l" rtl="0" eaLnBrk="1" latinLnBrk="0" hangingPunct="1">
        <a:spcBef>
          <a:spcPts val="350"/>
        </a:spcBef>
        <a:buClr>
          <a:schemeClr val="accent2"/>
        </a:buClr>
        <a:buFont typeface="Wingdings 2"/>
        <a:buChar char="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18288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0574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286000" indent="-228600" algn="l" rtl="0" eaLnBrk="1" latinLnBrk="0" hangingPunct="1">
        <a:spcBef>
          <a:spcPts val="350"/>
        </a:spcBef>
        <a:buClr>
          <a:schemeClr val="accent3"/>
        </a:buClr>
        <a:buFont typeface="Wingdings 2"/>
        <a:buChar char=""/>
        <a:defRPr kumimoji="0" sz="1600" kern="1200" baseline="0">
          <a:solidFill>
            <a:schemeClr val="tx1"/>
          </a:solidFill>
          <a:latin typeface="+mn-lt"/>
          <a:ea typeface="+mn-ea"/>
          <a:cs typeface="+mn-cs"/>
        </a:defRPr>
      </a:lvl9pPr>
      <a:extLst/>
    </p:bodyStyle>
    <p:otherStyle>
      <a:lvl1pPr marL="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rtl="0" eaLnBrk="1" latinLnBrk="0" hangingPunct="1">
        <a:defRPr kumimoji="0" kern="1200">
          <a:solidFill>
            <a:schemeClr val="tx1"/>
          </a:solidFill>
          <a:latin typeface="+mn-lt"/>
          <a:ea typeface="+mn-ea"/>
          <a:cs typeface="+mn-cs"/>
        </a:defRPr>
      </a:lvl9pPr>
      <a:extLst/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teridem.net/" TargetMode="External"/><Relationship Id="rId2" Type="http://schemas.openxmlformats.org/officeDocument/2006/relationships/hyperlink" Target="mailto:rob@prouse.org" TargetMode="External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hyperlink" Target="http://www.nlog-project.org" TargetMode="External"/><Relationship Id="rId2" Type="http://schemas.openxmlformats.org/officeDocument/2006/relationships/hyperlink" Target="http://msdn2.microsoft.com/en-us/aa480464.aspx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theobjectguy.com/dotnetlog/" TargetMode="Externa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12.xml"/></Relationships>
</file>

<file path=ppt/slides/_rels/slide18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teridem.net" TargetMode="External"/><Relationship Id="rId2" Type="http://schemas.openxmlformats.org/officeDocument/2006/relationships/hyperlink" Target="http://logging.apache.org/log4net/" TargetMode="External"/><Relationship Id="rId1" Type="http://schemas.openxmlformats.org/officeDocument/2006/relationships/slideLayout" Target="../slideLayouts/slideLayout12.xml"/><Relationship Id="rId4" Type="http://schemas.openxmlformats.org/officeDocument/2006/relationships/hyperlink" Target="http://www.ondotnet.com/pub/a/dotnet/2003/06/16/log4net.html" TargetMode="External"/></Relationships>
</file>

<file path=ppt/slides/_rels/slide19.xml.rels><?xml version="1.0" encoding="UTF-8" standalone="yes"?>
<Relationships xmlns="http://schemas.openxmlformats.org/package/2006/relationships"><Relationship Id="rId3" Type="http://schemas.openxmlformats.org/officeDocument/2006/relationships/hyperlink" Target="http://www.alteridem.net/" TargetMode="External"/><Relationship Id="rId2" Type="http://schemas.openxmlformats.org/officeDocument/2006/relationships/hyperlink" Target="mailto:rob@prouse.org" TargetMode="External"/><Relationship Id="rId1" Type="http://schemas.openxmlformats.org/officeDocument/2006/relationships/slideLayout" Target="../slideLayouts/slideLayout1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1752601"/>
            <a:ext cx="7772400" cy="1533523"/>
          </a:xfrm>
        </p:spPr>
        <p:txBody>
          <a:bodyPr/>
          <a:lstStyle/>
          <a:p>
            <a:r>
              <a:rPr lang="en-CA" b="1" dirty="0" smtClean="0">
                <a:solidFill>
                  <a:srgbClr val="004FB1"/>
                </a:solidFill>
                <a:latin typeface="Times New Roman"/>
              </a:rPr>
              <a:t>Introduction to log4net</a:t>
            </a:r>
            <a:endParaRPr lang="en-CA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685800" y="3429001"/>
            <a:ext cx="7772400" cy="1143007"/>
          </a:xfrm>
        </p:spPr>
        <p:txBody>
          <a:bodyPr>
            <a:normAutofit fontScale="92500" lnSpcReduction="20000"/>
          </a:bodyPr>
          <a:lstStyle/>
          <a:p>
            <a:r>
              <a:rPr lang="en-CA" dirty="0" smtClean="0"/>
              <a:t>Rob Prouse</a:t>
            </a:r>
          </a:p>
          <a:p>
            <a:r>
              <a:rPr lang="en-CA" dirty="0" smtClean="0">
                <a:hlinkClick r:id="rId2"/>
              </a:rPr>
              <a:t>rob@prouse.org</a:t>
            </a:r>
            <a:endParaRPr lang="en-CA" dirty="0" smtClean="0"/>
          </a:p>
          <a:p>
            <a:r>
              <a:rPr lang="en-CA" dirty="0" smtClean="0">
                <a:hlinkClick r:id="rId3"/>
              </a:rPr>
              <a:t>http://www.alteridem.net</a:t>
            </a:r>
            <a:endParaRPr lang="en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dirty="0" smtClean="0">
                <a:solidFill>
                  <a:srgbClr val="004FB1"/>
                </a:solidFill>
                <a:latin typeface="Times New Roman"/>
              </a:rPr>
              <a:t>Features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Fast and flexible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Hierarchical, named logging categories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Multiple logging levels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Output to multiple logging targets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Dynamic XML Configuration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Thread Safe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Format of logs is easily changed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Proven architecture (log4j)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Modular and extensible design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Support for multiple frameworks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Alternatives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55000" lnSpcReduction="2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Enterprise Library  3.1 Logging Application Block</a:t>
            </a:r>
          </a:p>
          <a:p>
            <a:pPr marR="0" lvl="1" rtl="0"/>
            <a:r>
              <a:rPr lang="en-CA" b="1" u="sng" baseline="0" dirty="0" smtClean="0">
                <a:solidFill>
                  <a:srgbClr val="E78707"/>
                </a:solidFill>
                <a:latin typeface="Times New Roman"/>
                <a:hlinkClick r:id="rId2"/>
              </a:rPr>
              <a:t>http://msdn2.microsoft.com/en-us/aa480464.aspx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From Microsoft Patterns &amp; Practices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Possibly a good choice if you are already using Enterprise Library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 bit heavy-weight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Logging requires more code</a:t>
            </a:r>
          </a:p>
          <a:p>
            <a:pPr marR="0" lvl="0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NLog</a:t>
            </a:r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1" rtl="0"/>
            <a:r>
              <a:rPr lang="en-CA" b="1" u="sng" baseline="0" dirty="0" smtClean="0">
                <a:solidFill>
                  <a:srgbClr val="E78707"/>
                </a:solidFill>
                <a:latin typeface="Times New Roman"/>
                <a:hlinkClick r:id="rId3"/>
              </a:rPr>
              <a:t>http://www.nlog-project.org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API is similar to log4net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Easy to configure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BSD License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.NET, C/C++ and COM interfaces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Project hasn’t been updated since its 1.0 release in Sept 2006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.NET Logging Framework</a:t>
            </a:r>
          </a:p>
          <a:p>
            <a:pPr marR="0" lvl="1" rtl="0"/>
            <a:r>
              <a:rPr lang="en-CA" b="1" u="sng" baseline="0" dirty="0" smtClean="0">
                <a:solidFill>
                  <a:srgbClr val="E78707"/>
                </a:solidFill>
                <a:latin typeface="Times New Roman"/>
                <a:hlinkClick r:id="rId4"/>
              </a:rPr>
              <a:t>http://www.theobjectguy.com/dotnetlog/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Lightweight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Not as flexible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Very little community support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Roll your own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We are paid to solve business problems, not to write code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Error prone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Can affect performance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6" fill="hold">
                      <p:stCondLst>
                        <p:cond delay="indefinite"/>
                      </p:stCondLst>
                      <p:childTnLst>
                        <p:par>
                          <p:cTn id="47" fill="hold">
                            <p:stCondLst>
                              <p:cond delay="0"/>
                            </p:stCondLst>
                            <p:childTnLst>
                              <p:par>
                                <p:cTn id="48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0" dur="2000"/>
                                        <p:tgtEl>
                                          <p:spTgt spid="3">
                                            <p:txEl>
                                              <p:pRg st="19" end="1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3" dur="2000"/>
                                        <p:tgtEl>
                                          <p:spTgt spid="3">
                                            <p:txEl>
                                              <p:pRg st="20" end="2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6" dur="2000"/>
                                        <p:tgtEl>
                                          <p:spTgt spid="3">
                                            <p:txEl>
                                              <p:pRg st="21" end="2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License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Apache License, Version 2.0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Free to use, modify and distribute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Can use in commercial software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Does not require modified versions to use same license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Only requires that a notice informing recipients that Apache licensed code has been used.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Two files must be put in the top directory of the software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LICENSE – a copy of the license itself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NOTICE – a list of the licensed libraries used and their developers.</a:t>
            </a:r>
          </a:p>
          <a:p>
            <a:pPr marR="0" lvl="0" rtl="0"/>
            <a:r>
              <a:rPr lang="en-CA" b="1" baseline="0" dirty="0" smtClean="0">
                <a:solidFill>
                  <a:srgbClr val="FF0000"/>
                </a:solidFill>
                <a:latin typeface="Times New Roman"/>
              </a:rPr>
              <a:t>*** IANAL ***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dirty="0" smtClean="0">
                <a:solidFill>
                  <a:srgbClr val="004FB1"/>
                </a:solidFill>
                <a:latin typeface="Times New Roman"/>
              </a:rPr>
              <a:t>Logger Hierarchies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Can be thought of as Categories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Organized into a named hierarchical structure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Allow you to turn on logging for specific parts of your application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Hierarchies are defined like namespaces in .NET</a:t>
            </a:r>
          </a:p>
          <a:p>
            <a:pPr lvl="1"/>
            <a:r>
              <a:rPr lang="en-CA" b="1" dirty="0" err="1" smtClean="0">
                <a:solidFill>
                  <a:srgbClr val="006AED"/>
                </a:solidFill>
                <a:latin typeface="Times New Roman"/>
              </a:rPr>
              <a:t>a.b.c</a:t>
            </a:r>
            <a:endParaRPr lang="en-CA" b="1" dirty="0" smtClean="0">
              <a:solidFill>
                <a:srgbClr val="006AED"/>
              </a:solidFill>
              <a:latin typeface="Times New Roman"/>
            </a:endParaRPr>
          </a:p>
          <a:p>
            <a:pPr lvl="1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System.Windows.Forms</a:t>
            </a:r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Turning on logging for a root category, turns on logging for all children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Root logger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It always exists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It cannot be retrieved by name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It always has an assigned level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dirty="0" smtClean="0">
                <a:solidFill>
                  <a:srgbClr val="004FB1"/>
                </a:solidFill>
                <a:latin typeface="Times New Roman"/>
              </a:rPr>
              <a:t>Log Levels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5 log levels, plus two configuration options</a:t>
            </a:r>
          </a:p>
          <a:p>
            <a:pPr marR="0" lvl="1" rtl="0"/>
            <a:r>
              <a:rPr lang="en-CA" sz="1800" b="1" dirty="0" smtClean="0">
                <a:solidFill>
                  <a:srgbClr val="006AED"/>
                </a:solidFill>
                <a:latin typeface="Times New Roman"/>
              </a:rPr>
              <a:t>FATAL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ERROR</a:t>
            </a:r>
          </a:p>
          <a:p>
            <a:pPr marR="0" lvl="1" rtl="0"/>
            <a:r>
              <a:rPr lang="en-CA" sz="1800" b="1" dirty="0" smtClean="0">
                <a:solidFill>
                  <a:srgbClr val="006AED"/>
                </a:solidFill>
                <a:latin typeface="Times New Roman"/>
              </a:rPr>
              <a:t>WARN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INFO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DEBUG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ALL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OFF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 levels are inclusive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If log is set to INFO, all logs above that level (WARN, ERROR, and FATAL) are also logged.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uiExpand="1" build="p"/>
    </p:bld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Code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Getting Started</a:t>
            </a:r>
          </a:p>
          <a:p>
            <a:pPr marL="850392" marR="0" lvl="1" indent="-457200" rtl="0">
              <a:buFont typeface="+mj-lt"/>
              <a:buAutoNum type="arabicPeriod"/>
            </a:pP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Add a reference to log4net</a:t>
            </a:r>
          </a:p>
          <a:p>
            <a:pPr marL="850392" marR="0" lvl="1" indent="-457200" rtl="0">
              <a:buFont typeface="+mj-lt"/>
              <a:buAutoNum type="arabicPeriod"/>
            </a:pP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Add an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XmlConfigurator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attribute to your assembly</a:t>
            </a:r>
          </a:p>
          <a:p>
            <a:pPr marL="850392" marR="0" lvl="1" indent="-457200" rtl="0">
              <a:buFont typeface="+mj-lt"/>
              <a:buAutoNum type="arabicPeriod"/>
            </a:pP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Add a log4net using statement</a:t>
            </a:r>
          </a:p>
          <a:p>
            <a:pPr marL="850392" marR="0" lvl="1" indent="-457200" rtl="0">
              <a:buFont typeface="+mj-lt"/>
              <a:buAutoNum type="arabicPeriod"/>
            </a:pP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Get a static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ILog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member for your class using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LogManager.GetLogger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()</a:t>
            </a:r>
          </a:p>
          <a:p>
            <a:pPr marL="850392" marR="0" lvl="1" indent="-457200" rtl="0">
              <a:buFont typeface="+mj-lt"/>
              <a:buAutoNum type="arabicPeriod"/>
            </a:pP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Use the static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ILog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member to log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Appenders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481329"/>
            <a:ext cx="8229600" cy="2590613"/>
          </a:xfrm>
        </p:spPr>
        <p:txBody>
          <a:bodyPr>
            <a:normAutofit lnSpcReduction="10000"/>
          </a:bodyPr>
          <a:lstStyle/>
          <a:p>
            <a:pPr marR="0" lvl="0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Appenders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are the destination for the logs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Ships with most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appenders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you will need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Easy to write your own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Multiple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appenders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can be attached to each logger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Each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can receive logs from multiple loggers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285720" y="4143380"/>
            <a:ext cx="8715436" cy="1600438"/>
          </a:xfrm>
          <a:prstGeom prst="rect">
            <a:avLst/>
          </a:prstGeom>
          <a:noFill/>
        </p:spPr>
        <p:txBody>
          <a:bodyPr wrap="square" numCol="3" rtlCol="0">
            <a:spAutoFit/>
          </a:bodyPr>
          <a:lstStyle/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AdoNetAppender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AnsiColorTerminalAppender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AspNetTraceAppender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ColoredConsoleAppender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ConsoleAppender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EventLogAppender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FileAppender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LocalSyslogAppender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MemoryAppender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NetSendAppender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OutputDebugStringAppender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RemoteSyslogAppender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RemotingAppender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RollingFileAppender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SmtpAppender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TelnetAppender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TraceAppender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  <a:p>
            <a:pPr lvl="1">
              <a:buFont typeface="Arial" pitchFamily="34" charset="0"/>
              <a:buChar char="•"/>
            </a:pPr>
            <a:r>
              <a:rPr lang="en-CA" sz="1400" b="1" baseline="0" dirty="0" err="1" smtClean="0">
                <a:solidFill>
                  <a:srgbClr val="006AED"/>
                </a:solidFill>
                <a:latin typeface="Times New Roman"/>
              </a:rPr>
              <a:t>UdpAppender</a:t>
            </a:r>
            <a:endParaRPr lang="en-CA" sz="1400" b="1" baseline="0" dirty="0" smtClean="0">
              <a:solidFill>
                <a:srgbClr val="006AED"/>
              </a:solidFill>
              <a:latin typeface="Times New Roman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4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2000"/>
                                        <p:tgtEl>
                                          <p:spTgt spid="4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4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4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4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4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4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4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4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4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4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4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4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4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2000"/>
                                        <p:tgtEl>
                                          <p:spTgt spid="4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2000"/>
                                        <p:tgtEl>
                                          <p:spTgt spid="4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0" dur="2000"/>
                                        <p:tgtEl>
                                          <p:spTgt spid="4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8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83" dur="2000"/>
                                        <p:tgtEl>
                                          <p:spTgt spid="4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  <p:bldP spid="4" grpId="0" build="allAtOnce"/>
    </p:bld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Logging Contexts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lnSpcReduction="1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Allows you to place data to be logged in a global, thread, or event context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log4net.GlobalContext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log4net.ThreadContext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log4net.ThreadLogicalContext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log4net.Core.LoggingEvent</a:t>
            </a:r>
          </a:p>
          <a:p>
            <a:pPr marR="0" lvl="1" rtl="0">
              <a:buNone/>
            </a:pPr>
            <a:endParaRPr lang="en-CA" sz="2000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0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log4net.ThreadContext.Properties["name"] = value;</a:t>
            </a:r>
          </a:p>
          <a:p>
            <a:pPr marR="0" lvl="0" rtl="0"/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0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PatternLayout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renders the value of a named property using the %property{name} syntax.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Context Stacks available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0" fill="hold">
                      <p:stCondLst>
                        <p:cond delay="indefinite"/>
                      </p:stCondLst>
                      <p:childTnLst>
                        <p:par>
                          <p:cTn id="21" fill="hold">
                            <p:stCondLst>
                              <p:cond delay="0"/>
                            </p:stCondLst>
                            <p:childTnLst>
                              <p:par>
                                <p:cTn id="2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0" fill="hold">
                      <p:stCondLst>
                        <p:cond delay="indefinite"/>
                      </p:stCondLst>
                      <p:childTnLst>
                        <p:par>
                          <p:cTn id="31" fill="hold">
                            <p:stCondLst>
                              <p:cond delay="0"/>
                            </p:stCondLst>
                            <p:childTnLst>
                              <p:par>
                                <p:cTn id="32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Code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Logging Contexts</a:t>
            </a:r>
          </a:p>
          <a:p>
            <a:pPr lvl="1"/>
            <a:r>
              <a:rPr lang="en-CA" b="1" dirty="0" smtClean="0">
                <a:solidFill>
                  <a:srgbClr val="006AED"/>
                </a:solidFill>
                <a:latin typeface="Times New Roman"/>
              </a:rPr>
              <a:t>Add item that you want to log across calls to the context</a:t>
            </a:r>
          </a:p>
          <a:p>
            <a:pPr lvl="1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Add %property to your configuration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Configuration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Fully configurable programmatically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Easier and more flexible to use XML configuration files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Several ways to specify configuration file</a:t>
            </a:r>
          </a:p>
          <a:p>
            <a:pPr marR="0" lvl="1" rtl="0"/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Application </a:t>
            </a:r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config</a:t>
            </a:r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 file ( </a:t>
            </a:r>
            <a:r>
              <a:rPr lang="en-CA" sz="2000" b="1" i="1" baseline="0" dirty="0" err="1" smtClean="0">
                <a:solidFill>
                  <a:srgbClr val="006AED"/>
                </a:solidFill>
                <a:latin typeface="Times New Roman"/>
              </a:rPr>
              <a:t>AssemblyName.config</a:t>
            </a:r>
            <a:r>
              <a:rPr lang="en-CA" sz="2000" b="1" i="1" baseline="0" dirty="0" smtClean="0">
                <a:solidFill>
                  <a:srgbClr val="006AED"/>
                </a:solidFill>
                <a:latin typeface="Times New Roman"/>
              </a:rPr>
              <a:t> or </a:t>
            </a:r>
            <a:r>
              <a:rPr lang="en-CA" sz="2000" b="1" i="1" baseline="0" dirty="0" err="1" smtClean="0">
                <a:solidFill>
                  <a:srgbClr val="006AED"/>
                </a:solidFill>
                <a:latin typeface="Times New Roman"/>
              </a:rPr>
              <a:t>web.config</a:t>
            </a:r>
            <a:r>
              <a:rPr lang="en-CA" sz="2000" b="1" i="1" baseline="0" dirty="0" smtClean="0">
                <a:solidFill>
                  <a:srgbClr val="006AED"/>
                </a:solidFill>
                <a:latin typeface="Times New Roman"/>
              </a:rPr>
              <a:t> )</a:t>
            </a:r>
          </a:p>
          <a:p>
            <a:pPr marR="0" lvl="1" rtl="0"/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XmlConfiguratorAttribute</a:t>
            </a:r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 on the assembly</a:t>
            </a:r>
          </a:p>
          <a:p>
            <a:pPr marR="0" lvl="1" rtl="0"/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XmlConfigurator.Configure</a:t>
            </a:r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( filename )</a:t>
            </a:r>
          </a:p>
          <a:p>
            <a:pPr marR="0" lvl="1" rtl="0"/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XmlConfigurator.ConfigureAndWatch</a:t>
            </a:r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( filename )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0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Configuration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Specify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config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file in Code</a:t>
            </a:r>
          </a:p>
          <a:p>
            <a:pPr lvl="1"/>
            <a:r>
              <a:rPr lang="en-CA" b="1" dirty="0" smtClean="0">
                <a:solidFill>
                  <a:srgbClr val="006AED"/>
                </a:solidFill>
                <a:latin typeface="Times New Roman"/>
              </a:rPr>
              <a:t>Add using log4net.Config</a:t>
            </a:r>
          </a:p>
          <a:p>
            <a:pPr lvl="1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Add</a:t>
            </a:r>
            <a:r>
              <a:rPr lang="en-CA" b="1" dirty="0" smtClean="0">
                <a:solidFill>
                  <a:srgbClr val="006AED"/>
                </a:solidFill>
                <a:latin typeface="Times New Roman"/>
              </a:rPr>
              <a:t> </a:t>
            </a:r>
            <a:r>
              <a:rPr lang="en-CA" b="1" dirty="0" err="1" smtClean="0">
                <a:solidFill>
                  <a:srgbClr val="006AED"/>
                </a:solidFill>
                <a:latin typeface="Times New Roman"/>
              </a:rPr>
              <a:t>XmlConfigurator.ConfigureAndWatch</a:t>
            </a:r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 simple configuration example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&lt;Logger&gt;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&lt;root&gt;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&lt;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Layouts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Allows customization of the output format</a:t>
            </a:r>
          </a:p>
          <a:p>
            <a:pPr marR="0" lvl="0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PatternLayout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most commonly used</a:t>
            </a:r>
          </a:p>
          <a:p>
            <a:pPr marR="0" lvl="1" rtl="0"/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%timestamp [%thread] %-5level %logger - %</a:t>
            </a:r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message%newline</a:t>
            </a:r>
            <a:endParaRPr lang="en-CA" sz="2000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1" rtl="0"/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176 [main] INFO  </a:t>
            </a:r>
            <a:r>
              <a:rPr lang="en-CA" sz="2000" b="1" baseline="0" dirty="0" err="1" smtClean="0">
                <a:solidFill>
                  <a:srgbClr val="006AED"/>
                </a:solidFill>
                <a:latin typeface="Times New Roman"/>
              </a:rPr>
              <a:t>Com.Foo.Bar</a:t>
            </a:r>
            <a:r>
              <a:rPr lang="en-CA" sz="2000" b="1" baseline="0" dirty="0" smtClean="0">
                <a:solidFill>
                  <a:srgbClr val="006AED"/>
                </a:solidFill>
                <a:latin typeface="Times New Roman"/>
              </a:rPr>
              <a:t> - Located nearest gas station.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See docs for other layouts including Xml, Simple and Exception layouts.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Filters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1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Allow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appenders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to filter messages delivered to them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Allows fine control when events are logged to multiple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appenders</a:t>
            </a:r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0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LevelRangeFilter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most often used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Several Filters available</a:t>
            </a:r>
          </a:p>
          <a:p>
            <a:pPr marR="0" lvl="0" rtl="0">
              <a:buNone/>
            </a:pPr>
            <a:endParaRPr lang="en-CA" b="1" baseline="0" dirty="0" smtClean="0">
              <a:solidFill>
                <a:srgbClr val="006AED"/>
              </a:solidFill>
              <a:latin typeface="Times New Roman"/>
            </a:endParaRP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log4net.Filter.DenyAllFilter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log4net.Filter.LevelMatchFilter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log4net.Filter.LevelRangeFilter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log4net.Filter.LoggerMatchFilter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log4net.Filter.PropertyFilter</a:t>
            </a:r>
          </a:p>
          <a:p>
            <a:pPr marR="0" lvl="1" rtl="0"/>
            <a:r>
              <a:rPr lang="en-CA" sz="2000" baseline="0" dirty="0" smtClean="0">
                <a:solidFill>
                  <a:srgbClr val="006AED"/>
                </a:solidFill>
                <a:latin typeface="Consolas" pitchFamily="49" charset="0"/>
              </a:rPr>
              <a:t>log4net.Filter.StringMatchFilter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5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Configuration Example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smtClean="0">
                <a:solidFill>
                  <a:srgbClr val="006AED"/>
                </a:solidFill>
                <a:latin typeface="Times New Roman"/>
              </a:rPr>
              <a:t>&lt;layout&gt;</a:t>
            </a:r>
          </a:p>
          <a:p>
            <a:pPr marR="0" lvl="0" rtl="0"/>
            <a:r>
              <a:rPr lang="en-CA" b="1" baseline="0" smtClean="0">
                <a:solidFill>
                  <a:srgbClr val="006AED"/>
                </a:solidFill>
                <a:latin typeface="Times New Roman"/>
              </a:rPr>
              <a:t>&lt;filter&gt;</a:t>
            </a: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dirty="0" smtClean="0">
                <a:solidFill>
                  <a:srgbClr val="004FB1"/>
                </a:solidFill>
                <a:latin typeface="Times New Roman"/>
              </a:rPr>
              <a:t>Object Renderers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log4net renders objects using their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ToString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() method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If you want more control over that, you can create and use your own renderer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Derive from </a:t>
            </a:r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IObjectRenderer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interface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Best Practices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62500" lnSpcReduction="20000"/>
          </a:bodyPr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Logging is only useful if you use it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Two styles of logging</a:t>
            </a:r>
          </a:p>
          <a:p>
            <a:pPr lvl="1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Logging by software component</a:t>
            </a:r>
          </a:p>
          <a:p>
            <a:pPr lvl="1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Logging by functional area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 all exceptions, not just their message strings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Use the format logging methods where appropriate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Short circuit expensive logging with the various Is…Enabled properties</a:t>
            </a: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Advice on Log Levels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FATAL - For very serious errors that may crash the program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ERROR - For errors that may corrupt data or cause improper program behaviour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WARN - For errors that have been handled but that developers may want to track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INFO - Non-verbose logging of program execution</a:t>
            </a:r>
          </a:p>
          <a:p>
            <a:pPr marR="0" lvl="2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startup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of sub-systems, </a:t>
            </a:r>
          </a:p>
          <a:p>
            <a:pPr marR="0" lvl="2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timings, </a:t>
            </a:r>
          </a:p>
          <a:p>
            <a:pPr marR="0" lvl="2" rtl="0"/>
            <a:r>
              <a:rPr lang="en-CA" b="1" baseline="0" dirty="0" err="1" smtClean="0">
                <a:solidFill>
                  <a:srgbClr val="006AED"/>
                </a:solidFill>
                <a:latin typeface="Times New Roman"/>
              </a:rPr>
              <a:t>remoting</a:t>
            </a:r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 calls, etc.</a:t>
            </a:r>
          </a:p>
          <a:p>
            <a:pPr marR="0" lvl="2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Not for verbose output or within loops that may slow down the program.</a:t>
            </a:r>
          </a:p>
          <a:p>
            <a:pPr marR="0" lvl="1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DEBUG – For verbose or low level debugging information</a:t>
            </a:r>
          </a:p>
          <a:p>
            <a:pPr lvl="2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mainly used to help the developer debug the system</a:t>
            </a:r>
          </a:p>
          <a:p>
            <a:pPr lvl="2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can be used in loops, for dumping data, detailed program flow, etc.</a:t>
            </a: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9" fill="hold">
                      <p:stCondLst>
                        <p:cond delay="indefinite"/>
                      </p:stCondLst>
                      <p:childTnLst>
                        <p:par>
                          <p:cTn id="30" fill="hold">
                            <p:stCondLst>
                              <p:cond delay="0"/>
                            </p:stCondLst>
                            <p:childTnLst>
                              <p:par>
                                <p:cTn id="3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3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4" fill="hold">
                      <p:stCondLst>
                        <p:cond delay="indefinite"/>
                      </p:stCondLst>
                      <p:childTnLst>
                        <p:par>
                          <p:cTn id="35" fill="hold">
                            <p:stCondLst>
                              <p:cond delay="0"/>
                            </p:stCondLst>
                            <p:childTnLst>
                              <p:par>
                                <p:cTn id="3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2000"/>
                                        <p:tgtEl>
                                          <p:spTgt spid="3">
                                            <p:txEl>
                                              <p:pRg st="8" end="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4" dur="2000"/>
                                        <p:tgtEl>
                                          <p:spTgt spid="3">
                                            <p:txEl>
                                              <p:pRg st="9" end="9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5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2000"/>
                                        <p:tgtEl>
                                          <p:spTgt spid="3">
                                            <p:txEl>
                                              <p:pRg st="10" end="1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2000"/>
                                        <p:tgtEl>
                                          <p:spTgt spid="3">
                                            <p:txEl>
                                              <p:pRg st="11" end="1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2000"/>
                                        <p:tgtEl>
                                          <p:spTgt spid="3">
                                            <p:txEl>
                                              <p:pRg st="12" end="1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2000"/>
                                        <p:tgtEl>
                                          <p:spTgt spid="3">
                                            <p:txEl>
                                              <p:pRg st="13" end="1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9" dur="2000"/>
                                        <p:tgtEl>
                                          <p:spTgt spid="3">
                                            <p:txEl>
                                              <p:pRg st="14" end="1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2000"/>
                                        <p:tgtEl>
                                          <p:spTgt spid="3">
                                            <p:txEl>
                                              <p:pRg st="15" end="1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5" dur="2000"/>
                                        <p:tgtEl>
                                          <p:spTgt spid="3">
                                            <p:txEl>
                                              <p:pRg st="16" end="1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2000"/>
                                        <p:tgtEl>
                                          <p:spTgt spid="3">
                                            <p:txEl>
                                              <p:pRg st="17" end="1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2000"/>
                                        <p:tgtEl>
                                          <p:spTgt spid="3">
                                            <p:txEl>
                                              <p:pRg st="18" end="18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pPr marR="0" rtl="0"/>
            <a:r>
              <a:rPr lang="en-CA" b="1" baseline="0" smtClean="0">
                <a:solidFill>
                  <a:srgbClr val="004FB1"/>
                </a:solidFill>
                <a:latin typeface="Times New Roman"/>
              </a:rPr>
              <a:t>Links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log4net - </a:t>
            </a:r>
            <a:r>
              <a:rPr lang="en-CA" sz="2000" b="1" u="sng" baseline="0" dirty="0" smtClean="0">
                <a:solidFill>
                  <a:srgbClr val="E78707"/>
                </a:solidFill>
                <a:latin typeface="Times New Roman"/>
                <a:hlinkClick r:id="rId2"/>
              </a:rPr>
              <a:t>http://logging.apache.org/log4net/</a:t>
            </a:r>
            <a:endParaRPr lang="en-CA" b="1" u="sng" baseline="0" dirty="0" smtClean="0">
              <a:solidFill>
                <a:srgbClr val="E78707"/>
              </a:solidFill>
              <a:latin typeface="Times New Roman"/>
              <a:hlinkClick r:id="rId2"/>
            </a:endParaRP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Download</a:t>
            </a:r>
          </a:p>
          <a:p>
            <a:pPr marR="0" lvl="1" rtl="0"/>
            <a:r>
              <a:rPr lang="en-CA" sz="1800" b="1" baseline="0" dirty="0" err="1" smtClean="0">
                <a:solidFill>
                  <a:srgbClr val="006AED"/>
                </a:solidFill>
                <a:latin typeface="Times New Roman"/>
              </a:rPr>
              <a:t>Config</a:t>
            </a:r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 Examples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FAQ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SDK Reference</a:t>
            </a:r>
          </a:p>
          <a:p>
            <a:pPr marR="0" lvl="1" rtl="0"/>
            <a:r>
              <a:rPr lang="en-CA" sz="1800" b="1" baseline="0" dirty="0" smtClean="0">
                <a:solidFill>
                  <a:srgbClr val="006AED"/>
                </a:solidFill>
                <a:latin typeface="Times New Roman"/>
              </a:rPr>
              <a:t>Manual</a:t>
            </a:r>
          </a:p>
          <a:p>
            <a:pPr marR="0" lvl="0" rtl="0"/>
            <a:r>
              <a:rPr lang="nl-NL" b="1" baseline="0" dirty="0" smtClean="0">
                <a:solidFill>
                  <a:srgbClr val="006AED"/>
                </a:solidFill>
                <a:latin typeface="Times New Roman"/>
              </a:rPr>
              <a:t>My blog - </a:t>
            </a:r>
            <a:r>
              <a:rPr lang="nl-NL" sz="2000" b="1" u="sng" baseline="0" dirty="0" smtClean="0">
                <a:solidFill>
                  <a:srgbClr val="E78707"/>
                </a:solidFill>
                <a:latin typeface="Times New Roman"/>
                <a:hlinkClick r:id="rId3"/>
              </a:rPr>
              <a:t>http://www.alteridem.net</a:t>
            </a:r>
            <a:endParaRPr lang="nl-NL" b="1" u="sng" baseline="0" dirty="0" smtClean="0">
              <a:solidFill>
                <a:srgbClr val="E78707"/>
              </a:solidFill>
              <a:latin typeface="Times New Roman"/>
              <a:hlinkClick r:id="rId3"/>
            </a:endParaRPr>
          </a:p>
          <a:p>
            <a:pPr marR="0" lvl="0" rtl="0"/>
            <a:r>
              <a:rPr lang="en-CA" b="1" baseline="0" dirty="0" smtClean="0">
                <a:solidFill>
                  <a:srgbClr val="006AED"/>
                </a:solidFill>
                <a:latin typeface="Times New Roman"/>
              </a:rPr>
              <a:t>O’Reilly – Using log4net </a:t>
            </a:r>
            <a:r>
              <a:rPr lang="en-CA" sz="2000" b="1" u="sng" baseline="0" dirty="0" smtClean="0">
                <a:solidFill>
                  <a:srgbClr val="E78707"/>
                </a:solidFill>
                <a:latin typeface="Times New Roman"/>
                <a:hlinkClick r:id="rId4"/>
              </a:rPr>
              <a:t>http://www.ondotnet.com/pub/a/dotnet/2003/06/16/log4net.html</a:t>
            </a:r>
            <a:r>
              <a:rPr lang="en-CA" sz="2000" b="1" u="sng" baseline="0" dirty="0" smtClean="0">
                <a:solidFill>
                  <a:srgbClr val="006AED"/>
                </a:solidFill>
                <a:latin typeface="Times New Roman"/>
                <a:hlinkClick r:id="rId4"/>
              </a:rPr>
              <a:t> </a:t>
            </a:r>
            <a:endParaRPr lang="en-CA" b="1" u="sng" baseline="0" dirty="0" smtClean="0">
              <a:solidFill>
                <a:srgbClr val="006AED"/>
              </a:solidFill>
              <a:latin typeface="Times New Roman"/>
              <a:hlinkClick r:id="rId4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2000"/>
                                        <p:tgtEl>
                                          <p:spTgt spid="3">
                                            <p:txEl>
                                              <p:pRg st="0" end="0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2000"/>
                                        <p:tgtEl>
                                          <p:spTgt spid="3">
                                            <p:txEl>
                                              <p:pRg st="1" end="1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3" dur="2000"/>
                                        <p:tgtEl>
                                          <p:spTgt spid="3">
                                            <p:txEl>
                                              <p:pRg st="2" end="2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6" dur="2000"/>
                                        <p:tgtEl>
                                          <p:spTgt spid="3">
                                            <p:txEl>
                                              <p:pRg st="3" end="3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7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9" dur="2000"/>
                                        <p:tgtEl>
                                          <p:spTgt spid="3">
                                            <p:txEl>
                                              <p:pRg st="4" end="4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2000"/>
                                        <p:tgtEl>
                                          <p:spTgt spid="3">
                                            <p:txEl>
                                              <p:pRg st="5" end="5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2000"/>
                                        <p:tgtEl>
                                          <p:spTgt spid="3">
                                            <p:txEl>
                                              <p:pRg st="6" end="6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2000"/>
                                        <p:tgtEl>
                                          <p:spTgt spid="3">
                                            <p:txEl>
                                              <p:pRg st="7" end="7"/>
                                            </p:txEl>
                                          </p:spTgt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 build="p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28596" y="1142984"/>
            <a:ext cx="8229600" cy="2297106"/>
          </a:xfrm>
        </p:spPr>
        <p:txBody>
          <a:bodyPr>
            <a:normAutofit/>
          </a:bodyPr>
          <a:lstStyle/>
          <a:p>
            <a:pPr marR="0" algn="ctr" rtl="0"/>
            <a:r>
              <a:rPr lang="en-CA" sz="9600" b="1" baseline="0" dirty="0" smtClean="0">
                <a:solidFill>
                  <a:srgbClr val="004FB1"/>
                </a:solidFill>
                <a:latin typeface="Times New Roman"/>
              </a:rPr>
              <a:t>Q&amp;A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507149" y="4071942"/>
            <a:ext cx="8072494" cy="92333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en-CA" dirty="0" smtClean="0"/>
              <a:t>Rob Prouse</a:t>
            </a:r>
          </a:p>
          <a:p>
            <a:pPr algn="ctr"/>
            <a:r>
              <a:rPr lang="en-CA" dirty="0" smtClean="0">
                <a:hlinkClick r:id="rId2"/>
              </a:rPr>
              <a:t>rob@prouse.org</a:t>
            </a:r>
            <a:endParaRPr lang="en-CA" dirty="0" smtClean="0"/>
          </a:p>
          <a:p>
            <a:pPr algn="ctr"/>
            <a:r>
              <a:rPr lang="en-CA" dirty="0" smtClean="0">
                <a:hlinkClick r:id="rId3"/>
              </a:rPr>
              <a:t>http://www.alteridem.net</a:t>
            </a:r>
            <a:endParaRPr lang="en-CA" dirty="0" smtClean="0"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theme/_rels/theme1.xml.rels><?xml version="1.0" encoding="UTF-8" standalone="yes"?>
<Relationships xmlns="http://schemas.openxmlformats.org/package/2006/relationships"><Relationship Id="rId1" Type="http://schemas.openxmlformats.org/officeDocument/2006/relationships/image" Target="../media/image1.jpeg"/></Relationships>
</file>

<file path=ppt/theme/theme1.xml><?xml version="1.0" encoding="utf-8"?>
<a:theme xmlns:a="http://schemas.openxmlformats.org/drawingml/2006/main" name="Concourse">
  <a:themeElements>
    <a:clrScheme name="Concourse">
      <a:dk1>
        <a:sysClr val="windowText" lastClr="000000"/>
      </a:dk1>
      <a:lt1>
        <a:sysClr val="window" lastClr="FFFFFF"/>
      </a:lt1>
      <a:dk2>
        <a:srgbClr val="464646"/>
      </a:dk2>
      <a:lt2>
        <a:srgbClr val="DEF5FA"/>
      </a:lt2>
      <a:accent1>
        <a:srgbClr val="2DA2BF"/>
      </a:accent1>
      <a:accent2>
        <a:srgbClr val="DA1F28"/>
      </a:accent2>
      <a:accent3>
        <a:srgbClr val="EB641B"/>
      </a:accent3>
      <a:accent4>
        <a:srgbClr val="39639D"/>
      </a:accent4>
      <a:accent5>
        <a:srgbClr val="474B78"/>
      </a:accent5>
      <a:accent6>
        <a:srgbClr val="7D3C4A"/>
      </a:accent6>
      <a:hlink>
        <a:srgbClr val="FF8119"/>
      </a:hlink>
      <a:folHlink>
        <a:srgbClr val="44B9E8"/>
      </a:folHlink>
    </a:clrScheme>
    <a:fontScheme name="Concourse">
      <a:maj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ajorFont>
      <a:minorFont>
        <a:latin typeface="Lucida Sans Unicode"/>
        <a:ea typeface=""/>
        <a:cs typeface=""/>
        <a:font script="Jpan" typeface="ＭＳ Ｐゴシック"/>
        <a:font script="Hang" typeface="맑은 고딕"/>
        <a:font script="Hans" typeface="黑体"/>
        <a:font script="Hant" typeface="微軟正黑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Uigh" typeface="Microsoft Uighur"/>
      </a:minorFont>
    </a:fontScheme>
    <a:fmtScheme name="Concourse">
      <a:fillStyleLst>
        <a:solidFill>
          <a:schemeClr val="phClr"/>
        </a:solidFill>
        <a:gradFill rotWithShape="1">
          <a:gsLst>
            <a:gs pos="0">
              <a:schemeClr val="phClr">
                <a:tint val="62000"/>
                <a:satMod val="180000"/>
              </a:schemeClr>
            </a:gs>
            <a:gs pos="65000">
              <a:schemeClr val="phClr">
                <a:tint val="32000"/>
                <a:satMod val="250000"/>
              </a:schemeClr>
            </a:gs>
            <a:gs pos="100000">
              <a:schemeClr val="phClr">
                <a:tint val="23000"/>
                <a:satMod val="300000"/>
              </a:schemeClr>
            </a:gs>
          </a:gsLst>
          <a:lin ang="16200000" scaled="0"/>
        </a:gradFill>
        <a:gradFill rotWithShape="1">
          <a:gsLst>
            <a:gs pos="0">
              <a:schemeClr val="phClr">
                <a:shade val="15000"/>
                <a:satMod val="180000"/>
              </a:schemeClr>
            </a:gs>
            <a:gs pos="50000">
              <a:schemeClr val="phClr">
                <a:shade val="45000"/>
                <a:satMod val="170000"/>
              </a:schemeClr>
            </a:gs>
            <a:gs pos="70000">
              <a:schemeClr val="phClr">
                <a:tint val="99000"/>
                <a:shade val="65000"/>
                <a:satMod val="155000"/>
              </a:schemeClr>
            </a:gs>
            <a:gs pos="100000">
              <a:schemeClr val="phClr">
                <a:tint val="95500"/>
                <a:shade val="100000"/>
                <a:satMod val="15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/>
          </a:solidFill>
          <a:prstDash val="solid"/>
        </a:ln>
        <a:ln w="55000" cap="flat" cmpd="thickThin" algn="ctr">
          <a:solidFill>
            <a:schemeClr val="phClr"/>
          </a:solidFill>
          <a:prstDash val="solid"/>
        </a:ln>
        <a:ln w="63500" cap="flat" cmpd="thickThin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50800" dist="381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63500" dist="38100" dir="5400000" rotWithShape="0">
              <a:srgbClr val="000000">
                <a:alpha val="45000"/>
              </a:srgbClr>
            </a:outerShdw>
          </a:effectLst>
          <a:scene3d>
            <a:camera prst="orthographicFront" fov="0">
              <a:rot lat="0" lon="0" rev="0"/>
            </a:camera>
            <a:lightRig rig="glow" dir="t">
              <a:rot lat="0" lon="0" rev="6360000"/>
            </a:lightRig>
          </a:scene3d>
          <a:sp3d contourW="1000" prstMaterial="flat">
            <a:bevelT w="95250" h="101600"/>
            <a:contourClr>
              <a:schemeClr val="phClr">
                <a:satMod val="300000"/>
              </a:schemeClr>
            </a:contourClr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55000"/>
                <a:satMod val="300000"/>
              </a:schemeClr>
            </a:gs>
            <a:gs pos="40000">
              <a:schemeClr val="phClr">
                <a:tint val="65000"/>
                <a:satMod val="300000"/>
              </a:schemeClr>
            </a:gs>
            <a:gs pos="100000">
              <a:schemeClr val="phClr">
                <a:shade val="65000"/>
                <a:satMod val="300000"/>
              </a:schemeClr>
            </a:gs>
          </a:gsLst>
          <a:path path="circle">
            <a:fillToRect l="65000" b="98000"/>
          </a:path>
        </a:gradFill>
        <a:blipFill>
          <a:blip xmlns:r="http://schemas.openxmlformats.org/officeDocument/2006/relationships" r:embed="rId1">
            <a:duotone>
              <a:schemeClr val="phClr">
                <a:shade val="60000"/>
                <a:satMod val="110000"/>
              </a:schemeClr>
              <a:schemeClr val="phClr">
                <a:tint val="95000"/>
              </a:schemeClr>
            </a:duotone>
          </a:blip>
          <a:tile tx="0" ty="0" sx="50000" sy="50000" flip="none" algn="tl"/>
        </a:blip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emplate>Concourse</Template>
  <TotalTime>251</TotalTime>
  <Words>877</Words>
  <Application>Microsoft Office PowerPoint</Application>
  <PresentationFormat>On-screen Show (4:3)</PresentationFormat>
  <Paragraphs>191</Paragraphs>
  <Slides>19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19</vt:i4>
      </vt:variant>
    </vt:vector>
  </HeadingPairs>
  <TitlesOfParts>
    <vt:vector size="20" baseType="lpstr">
      <vt:lpstr>Concourse</vt:lpstr>
      <vt:lpstr>Introduction to log4net</vt:lpstr>
      <vt:lpstr>Features</vt:lpstr>
      <vt:lpstr>Alternatives</vt:lpstr>
      <vt:lpstr>License</vt:lpstr>
      <vt:lpstr>Logger Hierarchies</vt:lpstr>
      <vt:lpstr>Log Levels</vt:lpstr>
      <vt:lpstr>Code Example</vt:lpstr>
      <vt:lpstr>Appenders</vt:lpstr>
      <vt:lpstr>Logging Contexts</vt:lpstr>
      <vt:lpstr>Code Example</vt:lpstr>
      <vt:lpstr>Configuration</vt:lpstr>
      <vt:lpstr>Configuration Example</vt:lpstr>
      <vt:lpstr>Layouts</vt:lpstr>
      <vt:lpstr>Filters</vt:lpstr>
      <vt:lpstr>Configuration Example</vt:lpstr>
      <vt:lpstr>Object Renderers</vt:lpstr>
      <vt:lpstr>Best Practices</vt:lpstr>
      <vt:lpstr>Links</vt:lpstr>
      <vt:lpstr>Q&amp;A</vt:lpstr>
    </vt:vector>
  </TitlesOfParts>
  <Company/>
  <LinksUpToDate>false</LinksUpToDate>
  <SharedDoc>false</SharedDoc>
  <HyperlinksChanged>false</HyperlinksChanged>
  <AppVersion>12.0000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Introduction to log4net</dc:title>
  <dc:creator>Robert Prouse</dc:creator>
  <cp:lastModifiedBy>Robert Prouse</cp:lastModifiedBy>
  <cp:revision>25</cp:revision>
  <dcterms:created xsi:type="dcterms:W3CDTF">2008-01-29T02:52:34Z</dcterms:created>
  <dcterms:modified xsi:type="dcterms:W3CDTF">2008-02-29T03:18:25Z</dcterms:modified>
</cp:coreProperties>
</file>